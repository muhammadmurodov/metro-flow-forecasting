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(0:00-0:30): Metro operators manage safety from a control room, but today they only see crowding after it appears. This project gives them a 15-minute head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+ task (0:30-1:15): The user is control-room staff. The system converts 'react once full' into 'prepare before it fills'. ML task: supervised time-series regression predicting next-interval inflow. It is advisory, not automated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+ approach (1:15-2:10): HZMetro, 80 stations, 25 days, CC-BY 4.0. Raw taps aggregated day-by-day to 15-min flow. The key discipline is leakage control: chronological split, scalers fit on train only, past-only lag features, test touched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+ weakness (2:10-3:10): XGBoost was selected on validation MAE (22.42), ~24% better than the Historical Average baseline; test MAE 25.75. Honest weakness: error is largest at the morning peak and quiet stations have the highest relative error, which is why MAPE was used cautiously.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+ demo (3:10-4:20): Input a station and a current interval; the frozen XGBoost artifact predicts next-interval inflow and maps it to a crowding band. Two routes: the deployed Streamlit app and the clean 05_demo notebook. Invalid inputs are rejected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use: aggregate counts only (no personal data); single-city fairness caveat; 25-day window means no seasonality; and no direct transfer to Tashkent. State these as limitations, not weaknesses to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improvement (4:20-5:00): LSTM as a stretch comparison, prediction intervals for uncertainty, and Tashkent transfer by retraining on local data. Close on: a simple project done correctly beats a complex one done poorly.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</a:t>
            </a:r>
            <a:endParaRPr lang="en-US" sz="324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Fundamentals — Capstone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Short-Term Metro Passenger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Flow Forecasting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station inflow 15 minutes ahead for proactive crowd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Murodov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Track   ·   Live demo: metro-flow-forecasting.streamlit.app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problem: crowding is seen too 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control-room operators.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they rely on CCTV and staff observation, so a train, gate, or staff move only happens </a:t>
            </a:r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platform is already full.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rush hour, trains arrive every 1.5–5 min — a platform fills faster than staff can react.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8620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B8C4D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time-series regression.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+ recent flow history + calendar.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inflow for the next 15-min interval → crowding band.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forecast changes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2331720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980" dirty="0"/>
          </a:p>
        </p:txBody>
      </p:sp>
      <p:sp>
        <p:nvSpPr>
          <p:cNvPr id="11" name="Text 9"/>
          <p:cNvSpPr/>
          <p:nvPr/>
        </p:nvSpPr>
        <p:spPr>
          <a:xfrm>
            <a:off x="745236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platform is full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66560" y="370332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80" dirty="0"/>
          </a:p>
        </p:txBody>
      </p:sp>
      <p:sp>
        <p:nvSpPr>
          <p:cNvPr id="15" name="Text 13"/>
          <p:cNvSpPr/>
          <p:nvPr/>
        </p:nvSpPr>
        <p:spPr>
          <a:xfrm>
            <a:off x="745236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fills — 15 min of lead time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— supports human dispatch, never automated control of trains or gates.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HZMetro </a:t>
            </a:r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(Hangzhou Metro) · Zenodo DOI 10.5281/zenodo.3145404 · CC-BY 4.0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47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18872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AFC taps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stations · 25 days · ~1.3 GB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847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93192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→ 15-min inflow/outflow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47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67512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lags 1–4 + rolling mean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77824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1847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941832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next-interval inflow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 is the backbone of the split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31" name="Text 29"/>
          <p:cNvSpPr/>
          <p:nvPr/>
        </p:nvSpPr>
        <p:spPr>
          <a:xfrm>
            <a:off x="128016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Jan 1–18 · Val 19–20 · Test 21–25. No shuffling — future never leaks into the past.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416052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34" name="Text 32"/>
          <p:cNvSpPr/>
          <p:nvPr/>
        </p:nvSpPr>
        <p:spPr>
          <a:xfrm>
            <a:off x="676656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Scalers/encoders fit on the training split; test statistics stay unseen.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521208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37" name="Text 35"/>
          <p:cNvSpPr/>
          <p:nvPr/>
        </p:nvSpPr>
        <p:spPr>
          <a:xfrm>
            <a:off x="128016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 features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&amp; rolling means computed within each station using strictly earlier intervals.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521208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40" name="Text 38"/>
          <p:cNvSpPr/>
          <p:nvPr/>
        </p:nvSpPr>
        <p:spPr>
          <a:xfrm>
            <a:off x="676656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touched once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held-out test set is scored a single time, after model selection on validation.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Results: XGBoost wins, and I can say why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Average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1325880"/>
            <a:ext cx="6583680" cy="914"/>
          </a:xfrm>
          <a:prstGeom prst="rect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0" y="132588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417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4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than the baseline (val)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406640" y="251460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54380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25.75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E5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(passengers)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9601200" y="251460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973836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runs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E5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MLflow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4206240"/>
            <a:ext cx="365760" cy="36576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1325880" y="4206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weakness — error is not uniform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2960" y="4709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 is hardest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(MAE ~46) vs off-peak (~19). Normalised by volume the error rate is fairly steady (~11–16%).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stations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higher absolute error;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stations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the highest relative error — which is why MAPE was reported with caution for low-count night intervals.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demo: one input → one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15-min interval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frozen artifact, no retraining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503920" y="14173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crowding band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&lt; 100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3200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100–300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3200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&gt; 300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2004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run 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3794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inflow/outflow selector, trend chart, network crowding map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05_demo.ipynb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Colab run: station + time → forecast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too-early intervals are rejected with a clear message instead of crashing.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Responsible use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15-min counts only. No passenger identity, trips, or biometric data anywhere in the pipeline.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52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city (Hangzhou). Accuracy varies by station &amp; time — quiet stations have the highest relative error.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days captures daily &amp; weekly patterns but no seasonality, holidays, or weather.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0020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window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</a:t>
            </a:r>
            <a:endParaRPr lang="en-US" sz="2520" dirty="0"/>
          </a:p>
        </p:txBody>
      </p:sp>
      <p:sp>
        <p:nvSpPr>
          <p:cNvPr id="21" name="Text 19"/>
          <p:cNvSpPr/>
          <p:nvPr/>
        </p:nvSpPr>
        <p:spPr>
          <a:xfrm>
            <a:off x="6446520" y="4800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deploy to Tashkent as-is (different topology, culture, calendar). Motivation, not a claim.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transfer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I'd do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sequence model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Compare representation-learning against the feature-engineered XGBoost (stretch goal).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intervals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Surface uncertainty, not just a point forecast — operators act on ranges.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1" name="Text 9"/>
          <p:cNvSpPr/>
          <p:nvPr/>
        </p:nvSpPr>
        <p:spPr>
          <a:xfrm>
            <a:off x="1508760" y="3794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 transfer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Retrain on local AFC data once available; the pipeline is the reusable asset, not the weights.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120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project done correctly beats a complex one done poorly.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github.com/muhammadmurodov/metro-flow-forecasting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 Passenger Flow Forecasting</dc:title>
  <dc:subject>PptxGenJS Presentation</dc:subject>
  <dc:creator>Muhammad Murodov</dc:creator>
  <cp:lastModifiedBy>Muhammad Murodov</cp:lastModifiedBy>
  <cp:revision>1</cp:revision>
  <dcterms:created xsi:type="dcterms:W3CDTF">2026-08-20T10:09:09Z</dcterms:created>
  <dcterms:modified xsi:type="dcterms:W3CDTF">2026-08-20T10:09:09Z</dcterms:modified>
</cp:coreProperties>
</file>